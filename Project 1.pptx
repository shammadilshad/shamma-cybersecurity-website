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Hello everyone.Today i will be discussing about  My project which is Building, Hosting, and Securing a Web Application using Microsoft Azure , docker and Godaddy.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40c87685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40c87685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developed a cybersecurity portfolio and blog, deployed it using Docker and Apache, connected a custom GoDaddy domain, and secured access using HTTPS. I also worked with Azure Web Application Firewall and Microsoft Defender for Cloud. In the upcoming slides,. I'll briefly explain the architecture, security features, and the main lessons learned.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40c20ede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40c20ed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First, I created an Azure App Service within my resource group named Cybrbee, using the Central India region. My web application is named ShammaSecurityResume.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registered the custom domain shammacybersecurity.info through GoDaddy and configured A and TXT DNS records to connect the domain to Azure and verify ownership.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Next, I deployed a Docker container using the cyberxsecurity Apache web server image. Apache serves my cybersecurity blog, which I customized using HTML and CSS.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Then I accessed the container through Azure SSH to edit the website files directly. This architecture allowed me to host a customized web application on Azure with my own domain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a40c20ede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a40c20ed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deployment, I customized the website with HTML and CSS where I have changed my name, email. linkedIn profile link and also edited the portfolio.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40c20ede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40c20ede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 also published two cybersecurity blog posts: one discusses whether organizations should pay ransomware demands, and the other explains network security monitoring and early threat detection. I added images, navigation, links to educational resources, and contact information.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02bca9cb650999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02bca9cb650999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102bca9cb650999c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102bca9cb650999c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102bca9cb650999c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102bca9cb650999c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also improved the responsive design using Flexbox and media queries at 1024 and 600 pixels, so the layout adapts to desktop and mobile screens. I tested and corrected issues with image sizing and content alignment.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40c20ede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40c20ede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was a major part of this project. I created an Azure Key Vault and used OpenSSL(Secure sockets layer)  to generate a self-signed certificate.then, I converted the certificate into PFX(Personal Information Exchange)  format and worked with Azure certificate import and binding. In the next step, I compared self-signed certificates, which can trigger browser trust warnings, with trusted certificates. After that, I configured trusted HTTPS access using an SNI SSL binding for my custom domain.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Then came the Azure Web Application Firewall. I reviewed its managed rule sets, which are designed to identify common web attacks, and created a custom rule called Project1rule with priority 100. The rule uses geographic location based on the remote address and denies traffic outside the United States, Canada, and Australia. Finally, I reviewed Microsoft Defender for Cloud recommendations to identify configuration risks and address applicable security findings. These controls illustrate encryption, filtering, and security monitoring as complementary layers.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40c20ede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40c20ede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Day 1 project instructions emphasized the importance of backing up HTML and css changes because files edited inside a running Docker container can be lost after a restart or replacement. I followed the recommended Linux copy-command method. After updating the site, I copied the index.html file and style.css from the Apache web directory to persistent /home storage . If the edited page is lost, I can restore it from /home storage and refresh the website. This taught me the distinction between temporary container files and persistent App Service storage.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5621e8e0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5621e8e0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project provided practical experience in deploying and securing a cloud-hosted web application. I learned how to integrate Azure App Service with Docker, configure SSL certificates, and use Web Application Firewall rules to control incoming traffic. I also explored cloud security recommendations. Overall, the project strengthened my technical skills in cloud security, Linux administration, web development, and troubleshooting cloud hosted application 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a40c20ede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a40c20ede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shammacybersecurity.info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46150" y="1213725"/>
            <a:ext cx="8699700" cy="206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Building, Hosting, and Securing a Web Application</a:t>
            </a:r>
            <a:r>
              <a:rPr b="1" i="1" lang="en-GB" sz="4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 sz="4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Microsoft Azure, Docker, and GoDaddy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50" y="3615636"/>
            <a:ext cx="82221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1F1F1F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Project Objectives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1065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and deployed a cloud-hosted cybersecurity website.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Configured a custom domain and encrypted HTTPS access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Azure </a:t>
            </a: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controls and cloud security review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web security and backup recovery.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00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Cloud Architecture and Deployment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10450" y="1467275"/>
            <a:ext cx="4257900" cy="49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GoDaddy DNS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shammacybersecurity.info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10450" y="2217375"/>
            <a:ext cx="4257900" cy="49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Azure App Service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Cloud hosting and Custom Domain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10450" y="2928175"/>
            <a:ext cx="4257900" cy="49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Docker + Apache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Containerized web 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10450" y="3638975"/>
            <a:ext cx="4257900" cy="49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HTML and CSS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Cybersecurity Blog Content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" name="Google Shape;105;p15"/>
          <p:cNvCxnSpPr>
            <a:stCxn id="101" idx="2"/>
            <a:endCxn id="102" idx="0"/>
          </p:cNvCxnSpPr>
          <p:nvPr/>
        </p:nvCxnSpPr>
        <p:spPr>
          <a:xfrm>
            <a:off x="2539400" y="1962875"/>
            <a:ext cx="0" cy="25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5"/>
          <p:cNvCxnSpPr>
            <a:stCxn id="102" idx="2"/>
            <a:endCxn id="103" idx="0"/>
          </p:cNvCxnSpPr>
          <p:nvPr/>
        </p:nvCxnSpPr>
        <p:spPr>
          <a:xfrm>
            <a:off x="2539400" y="2712975"/>
            <a:ext cx="0" cy="2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5"/>
          <p:cNvCxnSpPr>
            <a:stCxn id="103" idx="2"/>
            <a:endCxn id="104" idx="0"/>
          </p:cNvCxnSpPr>
          <p:nvPr/>
        </p:nvCxnSpPr>
        <p:spPr>
          <a:xfrm>
            <a:off x="2539400" y="3423775"/>
            <a:ext cx="0" cy="21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5"/>
          <p:cNvSpPr txBox="1"/>
          <p:nvPr/>
        </p:nvSpPr>
        <p:spPr>
          <a:xfrm>
            <a:off x="4939775" y="1257325"/>
            <a:ext cx="3140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 Details: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897350" y="1629625"/>
            <a:ext cx="40485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Resource Group: Cybrbee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 App: ShammaSecurityResume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Domain: </a:t>
            </a:r>
            <a:r>
              <a:rPr lang="en-GB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shammacybersecurity.info</a:t>
            </a: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Azure Region: Central India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Docker image: cyberxsecurity/project1-apachewebserver </a:t>
            </a:r>
            <a:endParaRPr spc="21" u="sng">
              <a:solidFill>
                <a:srgbClr val="2986FF"/>
              </a:solidFill>
              <a:highlight>
                <a:srgbClr val="1015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DNS ownership: A + TXT records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Site editing: Azure SSH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201600" y="111150"/>
            <a:ext cx="8520600" cy="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Website Design and User Experience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7" name="Google Shape;117;p16" title="Screenshot 2026-10-15 1407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6425"/>
            <a:ext cx="9144001" cy="3877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</p:pic>
      <p:sp>
        <p:nvSpPr>
          <p:cNvPr id="118" name="Google Shape;118;p16"/>
          <p:cNvSpPr txBox="1"/>
          <p:nvPr/>
        </p:nvSpPr>
        <p:spPr>
          <a:xfrm>
            <a:off x="311700" y="746538"/>
            <a:ext cx="38853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Introduction: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83625" y="1268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Cyber Security Content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6" name="Google Shape;126;p17" title="Screenshot 2026-10-15 1408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8061"/>
            <a:ext cx="9143999" cy="434542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185850" y="1111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Continued..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4" name="Google Shape;134;p18" title="Screenshot 2026-10-15 1408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7843"/>
            <a:ext cx="9144001" cy="434566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64525" y="1426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Continued..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2" name="Google Shape;142;p19" title="Screenshot 2026-10-15 1409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206"/>
            <a:ext cx="9144000" cy="431428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6146850" y="1032200"/>
            <a:ext cx="28041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Responsive Design</a:t>
            </a:r>
            <a:endParaRPr sz="2400"/>
          </a:p>
        </p:txBody>
      </p:sp>
      <p:sp>
        <p:nvSpPr>
          <p:cNvPr id="148" name="Google Shape;148;p20"/>
          <p:cNvSpPr txBox="1"/>
          <p:nvPr>
            <p:ph idx="1" type="body"/>
          </p:nvPr>
        </p:nvSpPr>
        <p:spPr>
          <a:xfrm>
            <a:off x="311700" y="1229875"/>
            <a:ext cx="993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0" name="Google Shape;150;p20" title="Screenshot 2026-10-18 2234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5" y="0"/>
            <a:ext cx="235624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Screenshot 2026-10-18 2235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849" y="0"/>
            <a:ext cx="23083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6236700" y="1698775"/>
            <a:ext cx="2624400" cy="22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Customized index.html and style.css file.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Used CSS flexbox for flexible layouts.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Media </a:t>
            </a: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queries</a:t>
            </a: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at 1024px and 600 px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GB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Tested different device views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Application Security and Threat Protection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311700" y="1229875"/>
            <a:ext cx="2888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SSL/TLS</a:t>
            </a:r>
            <a:endParaRPr u="sng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Azure key Vault and OpenSSL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 Signed Certificate + PFX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Certificate &amp; SNI SSL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 for Custom Domain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3993700" y="1229875"/>
            <a:ext cx="3271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Firewall (WAF)</a:t>
            </a:r>
            <a:endParaRPr u="sng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Reviewed managed WAF rules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Custom Rule: Project1rule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100; Geo Location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Deny outside US, Canada, Australia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311700" y="3128550"/>
            <a:ext cx="3889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Defender for Cloud</a:t>
            </a:r>
            <a:endParaRPr u="sng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Reviewed security recommendations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Assessed configuration risks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Troubleshooting, Backup and Recovery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311700" y="1017800"/>
            <a:ext cx="888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Challenge: Temporary container files (Website edits maybe lost after restart)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Persistent /home storage ( Backup </a:t>
            </a: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index.</a:t>
            </a: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and style.css to home) 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❏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1 backup and restore workflow: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AutoNum type="arabicPeriod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/var/www/html/index.html /home &amp; cp /var/www/html/assets/css/style.css /home → Backup edited html and css file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AutoNum type="arabicPeriod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 /home/index.html /var/www/html → Restore the file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AutoNum type="arabicPeriod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/home persists across container restarts → Protect site edits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AutoNum type="arabicPeriod"/>
            </a:pP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Refresh website after restoration 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Project Outcomes and Key </a:t>
            </a: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Takeaways</a:t>
            </a:r>
            <a:r>
              <a:rPr b="1" lang="en-GB">
                <a:latin typeface="Georgia"/>
                <a:ea typeface="Georgia"/>
                <a:cs typeface="Georgia"/>
                <a:sym typeface="Georgia"/>
              </a:rPr>
              <a:t> 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" name="Google Shape;175;p23"/>
          <p:cNvSpPr txBox="1"/>
          <p:nvPr>
            <p:ph idx="4294967295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/>
              <a:t>Cloud Deployment: Successfully hosted a functional cybersecurity website using Azure App Service and Docker.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/>
              <a:t>Web Security: Secured web communication using SSL/TLS certificates and HTTPS.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/>
              <a:t>Threat Protection: Configured Azure WAF rules to restrict unauthorized geographic traffic.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/>
              <a:t>Security Assessment: Evaluated Microsoft Defender for Cloud recommendations.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/>
              <a:t>Data Protection: Implemented website backup and restoration using persistent Azure storage.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/>
              <a:t>Web Development: Created a responsive cybersecurity blog using HTML and CSS.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Key Takeaways</a:t>
            </a:r>
            <a:endParaRPr b="1" sz="1600">
              <a:solidFill>
                <a:srgbClr val="000000"/>
              </a:solidFill>
            </a:endParaRPr>
          </a:p>
          <a:p>
            <a:pPr indent="-30734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GB" sz="1600">
                <a:solidFill>
                  <a:srgbClr val="000000"/>
                </a:solidFill>
              </a:rPr>
              <a:t>Gained hands-on experience with cloud infrastructure and application security.</a:t>
            </a:r>
            <a:endParaRPr sz="1600">
              <a:solidFill>
                <a:srgbClr val="000000"/>
              </a:solidFill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GB" sz="1600">
                <a:solidFill>
                  <a:srgbClr val="000000"/>
                </a:solidFill>
              </a:rPr>
              <a:t>Strengthened Linux command-line, troubleshooting, and configuration skills.</a:t>
            </a:r>
            <a:endParaRPr sz="1600">
              <a:solidFill>
                <a:srgbClr val="000000"/>
              </a:solidFill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-GB" sz="1600">
                <a:solidFill>
                  <a:srgbClr val="000000"/>
                </a:solidFill>
              </a:rPr>
              <a:t>Developed a better understanding of securing and maintaining cloud-hosted applications.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 amt="14000"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2805300" y="541050"/>
            <a:ext cx="35334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2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Thank You!</a:t>
            </a:r>
            <a:endParaRPr b="1" sz="4200">
              <a:solidFill>
                <a:srgbClr val="A61C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